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Enabling Tourism Marketing &amp; SME Competitiveness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Institutional Capacity Workshop · ITC EU Youth Empowerment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97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0D4"/>
                </a:solidFill>
                <a:latin typeface="Calibri"/>
              </a:rPr>
              <a:t>Banjul, The Gambia  ·  May 2026  ·  13 institutions · 2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OPENING · 8:30–9:00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Why we're here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0">
                <a:solidFill>
                  <a:srgbClr val="262626"/>
                </a:solidFill>
                <a:latin typeface="Calibri"/>
              </a:rPr>
              <a:t>–  This week, SMEs worked on their own digital presence. Today you're here to work on something only institutions can do : read the landscape and create conditions for members to succeed.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262626"/>
                </a:solidFill>
                <a:latin typeface="Calibri"/>
              </a:rPr>
              <a:t>–  The question is not "how do we promote The Gambia?" It is: "how do we make it easier for others to promote it well?"</a:t>
            </a:r>
          </a:p>
        </p:txBody>
      </p:sp>
      <p:pic>
        <p:nvPicPr>
          <p:cNvPr id="5" name="Picture 4" descr="the-gambia-pI_W6zfOXvQ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11680"/>
            <a:ext cx="42976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0059"/>
                </a:solidFill>
                <a:latin typeface="Calibri"/>
              </a:rPr>
              <a:t>Before the data — a question for each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Name, institution, one sentence: how do you see your connection to promoting The Gambia?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4892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9"/>
                </a:solidFill>
                <a:latin typeface="Calibri"/>
              </a:rPr>
              <a:t>No right answer. Some of you will see it immediately. Some may wonder. That's exactly why all three tiers are in this room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00059"/>
                </a:solidFill>
                <a:latin typeface="Calibri"/>
              </a:rPr>
              <a:t>THE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92E49"/>
                </a:solidFill>
                <a:latin typeface="Calibri"/>
              </a:rPr>
              <a:t>Two days. One clear direction.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920240"/>
            <a:ext cx="1554480" cy="4572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Thursday 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What the data shows — inside and outside The Gambia. Every sector sees its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Thursday afternoon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6118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Four things you can do — for free, this month, without a new project or new 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945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0005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92E49"/>
                </a:solidFill>
                <a:latin typeface="Calibri"/>
              </a:rPr>
              <a:t>Friday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6118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How you know it's working — and what you commit to together before you leave the room.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7A7A"/>
                </a:solidFill>
                <a:latin typeface="Calibri"/>
              </a:rPr>
              <a:t>Thursday 8:30–16:00 · Friday 8:30–13:00 · 13 institutions · 3 tiers of the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Opening activity — Map the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77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0059"/>
                </a:solidFill>
                <a:latin typeface="Calibri"/>
              </a:rPr>
              <a:t>15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822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WHAT YOU'LL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18872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Write on a card: your institution name + one word for your mandate. Hand it to the facilitator. The map goes on the wall and stays there for both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1945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185416"/>
            <a:ext cx="402336" cy="402336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9456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4884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Write your institution + one word for your mandate (3 min).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00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3191256"/>
            <a:ext cx="402336" cy="402336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2004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5468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Hand your card to the facilitator to place on the 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2062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5112" y="4197096"/>
            <a:ext cx="402336" cy="402336"/>
          </a:xfrm>
          <a:prstGeom prst="rect">
            <a:avLst/>
          </a:prstGeom>
          <a:solidFill>
            <a:srgbClr val="09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2062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1605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  <a:latin typeface="Calibri"/>
              </a:rPr>
              <a:t>The map stays visible. Refer back to it whenever coordination comes 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114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E8F0F5"/>
                </a:solidFill>
                <a:latin typeface="Calibri"/>
              </a:rPr>
              <a:t>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BLOCK 1 · 9:00–10:30 · 90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42316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92E49"/>
                </a:solidFill>
                <a:latin typeface="Calibri"/>
              </a:rPr>
              <a:t>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5720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  <a:latin typeface="Calibri"/>
              </a:rPr>
              <a:t>What did we find — and how did we find it? Every sector sees its data before we talk about what to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E00059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0B8"/>
                </a:solidFill>
                <a:latin typeface="Calibri"/>
              </a:rPr>
              <a:t>D2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"The Gambia possesses authentic creative assets and generates positive visitor sentiment relative to the region, yet remains digitally invisible in the global cultural-tourism marketplace."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46320"/>
            <a:ext cx="1371600" cy="54864"/>
          </a:xfrm>
          <a:prstGeom prst="rect">
            <a:avLst/>
          </a:prstGeom>
          <a:solidFill>
            <a:srgbClr val="E00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74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Liked but not looked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88A0"/>
                </a:solidFill>
                <a:latin typeface="Calibri"/>
              </a:rPr>
              <a:t>D2 · Regional Benchmarking &amp; Market Positioning Analysis · Oct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Template — Gambia Tourism Training</dc:title>
  <dc:subject>PptxGenJS Presentation</dc:subject>
  <dc:creator>ITC YEP — The Gambia</dc:creator>
  <cp:lastModifiedBy>ITC YEP — The Gambia</cp:lastModifiedBy>
  <cp:revision>1</cp:revision>
  <dcterms:created xsi:type="dcterms:W3CDTF">2026-04-30T08:07:19Z</dcterms:created>
  <dcterms:modified xsi:type="dcterms:W3CDTF">2026-04-30T08:07:19Z</dcterms:modified>
</cp:coreProperties>
</file>
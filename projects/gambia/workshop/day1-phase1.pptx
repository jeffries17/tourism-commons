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Enabling Tourism Marketing &amp; SME Competitiveness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937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Institutional Capacity Workshop · ITC EU Youth Empowerment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C0D4"/>
                </a:solidFill>
                <a:latin typeface="Calibri"/>
              </a:rPr>
              <a:t>Banjul, The Gambia  ·  May 2026  ·  13 institutions · 2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0059"/>
                </a:solidFill>
                <a:latin typeface="Calibri"/>
              </a:rPr>
              <a:t>OPENING · 8:30–9:00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92E49"/>
                </a:solidFill>
                <a:latin typeface="Calibri"/>
              </a:rPr>
              <a:t>Why we're here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–  This week, SMEs worked on their own digital presence. Today you're here to work on something only institutions can do : read the landscape and create conditions for members to succeed.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262626"/>
                </a:solidFill>
                <a:latin typeface="Calibri"/>
              </a:rPr>
              <a:t>–  The question is not "how do we promote The Gambia?" It is: "how do we make it easier for others to promote it well?"</a:t>
            </a:r>
          </a:p>
        </p:txBody>
      </p:sp>
      <p:pic>
        <p:nvPicPr>
          <p:cNvPr id="5" name="Picture 4" descr="the-gambia-pI_W6zfOXvQ-un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11680"/>
            <a:ext cx="42976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E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103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0059"/>
                </a:solidFill>
                <a:latin typeface="Calibri"/>
              </a:rPr>
              <a:t>Before the data — a question for each of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60604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Name, institution, one sentence: how do you see your connection to promoting The Gambia?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CCD9"/>
                </a:solidFill>
                <a:latin typeface="Calibri"/>
              </a:rPr>
              <a:t>No right answer. Some of you will see it immediately. Some may wonder. That's exactly why all three tiers are in this room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7A7A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7A7A"/>
                </a:solidFill>
                <a:latin typeface="Calibri"/>
              </a:rPr>
              <a:t>Day 1  ·  Gambia Institutional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Template — Gambia Tourism Training</dc:title>
  <dc:subject>PptxGenJS Presentation</dc:subject>
  <dc:creator>ITC YEP — The Gambia</dc:creator>
  <cp:lastModifiedBy>ITC YEP — The Gambia</cp:lastModifiedBy>
  <cp:revision>1</cp:revision>
  <dcterms:created xsi:type="dcterms:W3CDTF">2026-04-30T08:07:19Z</dcterms:created>
  <dcterms:modified xsi:type="dcterms:W3CDTF">2026-04-30T08:07:19Z</dcterms:modified>
</cp:coreProperties>
</file>
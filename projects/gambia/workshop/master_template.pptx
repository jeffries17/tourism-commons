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160520"/>
            <a:ext cx="640080" cy="54864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YOUTH EMPOWERMENT PROJECT  ·  THE GAMBIA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537960"/>
            <a:ext cx="2286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537960"/>
            <a:ext cx="2286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RCI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_STU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537960"/>
            <a:ext cx="2286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Style Guide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layouts for Gambia Tourism Training decks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914400" cy="9144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#E6007E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2286000"/>
            <a:ext cx="9144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#1A2B4A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2286000"/>
            <a:ext cx="914400" cy="9144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#3D3D3D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2286000"/>
            <a:ext cx="914400" cy="9144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#F4F4F4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2286000"/>
            <a:ext cx="914400" cy="914400"/>
          </a:xfrm>
          <a:prstGeom prst="rect">
            <a:avLst/>
          </a:prstGeom>
          <a:solidFill>
            <a:srgbClr val="0091D4"/>
          </a:solidFill>
          <a:ln w="12700">
            <a:solidFill>
              <a:srgbClr val="0091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#0091D4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— 34pt bold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— 15pt regular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 — 13–14pt, left-aligned paragraphs and bullets.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EYEBROW — 10pt BOLD, LETTERSPACED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206240"/>
            <a:ext cx="10698480" cy="1965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for ONE element per slide — not all four cards. Navy leads; grey supports.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5001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50017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0.5" margins. Breathing room over filling space.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5294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slop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529437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accent lines under titles. No full-width colour bars. No cream backgrounds.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5586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always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0" y="55869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needs a graphic element — Venn, diamond, icon, image, or chart.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5879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5879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text-only slides with diagrams. Left-align bullets, never centred paragraphs.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STYLE GUIDE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Customer.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Brand.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&amp; Branding for Tourism  ·  Day 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77240" y="3017520"/>
            <a:ext cx="640080" cy="54864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Visits and Why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visitor is the foundation of every marketing decision.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WHO VISITS AND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your customers?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Gambia's tourism market has four distinct visitor types.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121408"/>
            <a:ext cx="182880" cy="1828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leisure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UK, Germany, Scandinavia, Netherlands — seek sun, culture, nature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944368"/>
            <a:ext cx="182880" cy="1828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&amp; VFR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154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Gambians abroad returning home — loyal, repeat, culture-rooted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767328"/>
            <a:ext cx="182880" cy="1828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Gambians travelling in-country — growing, underserved, price-sensitive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590288"/>
            <a:ext cx="182880" cy="1828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ECOWAS professionals, NGO workers — value reliability and speed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4846320" cy="38404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474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794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Gambian family at craft market,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daytime light, 16:9 or 4:3 crop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VISUAL IDENTITY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a rebrand makes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Monts Nimba — same product, transformed perception.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303520" cy="38404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2697480"/>
            <a:ext cx="4206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LOGO IMAGE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5212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portrayed mountain.  Old-fashioned flag.  Unclear hierarchy.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03520" cy="3840480"/>
          </a:xfrm>
          <a:prstGeom prst="rect">
            <a:avLst/>
          </a:prstGeom>
          <a:solidFill>
            <a:srgbClr val="FDF4F8"/>
          </a:solidFill>
          <a:ln w="12700">
            <a:solidFill>
              <a:srgbClr val="FDF4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2697480"/>
            <a:ext cx="4206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5212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Modernised mountain.  Flag removed.  Brand name dominant and legible.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WHAT IS A BRAND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brand lives in the overlap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say about yourself meets how your audience feels about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08960" y="2286000"/>
            <a:ext cx="3291840" cy="3291840"/>
          </a:xfrm>
          <a:prstGeom prst="ellipse">
            <a:avLst/>
          </a:prstGeom>
          <a:solidFill>
            <a:srgbClr val="F5A7C4">
              <a:alpha val="70000"/>
            </a:srgbClr>
          </a:solidFill>
          <a:ln w="12700">
            <a:solidFill>
              <a:srgbClr val="F5A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2286000"/>
            <a:ext cx="3291840" cy="3291840"/>
          </a:xfrm>
          <a:prstGeom prst="ellipse">
            <a:avLst/>
          </a:prstGeom>
          <a:solidFill>
            <a:srgbClr val="E6007E">
              <a:alpha val="70000"/>
            </a:srgbClr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say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your business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audience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about you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35661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without perception is noise. Perception without branding is accident.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WHAT IS A BRAND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branding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branding does four things for your business.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188" y="2103120"/>
            <a:ext cx="2468880" cy="310896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9508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89508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89508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out from competitors in a crowded market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12668" y="2103120"/>
            <a:ext cx="2468880" cy="3108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6988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86988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86988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your message clearly to every customer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0148" y="2103120"/>
            <a:ext cx="2468880" cy="3108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4468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4468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84468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your resources on what truly matters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07628" y="2103120"/>
            <a:ext cx="2468880" cy="310896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1948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1948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81948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your position, motivate your team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60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gut feeling people have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hear your name.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BEST DEFINITION OF A BRAND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Tunga, Uganda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Africa's Adventure Capital — built on a single, powerful location story.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468880" y="2423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Jinja, Uganda — gateway to the source of the Nile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468880" y="3474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dedicated adventure base; international bookings grow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468880" y="4526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Award-winning operator; visitors from across Europe and beyond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2286000"/>
            <a:ext cx="4572000" cy="2560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3657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Tunga on the Nile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(source: kara-tunga.com)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5029200"/>
            <a:ext cx="4572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5029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“East Africa's Adventure Capital”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Visitor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53949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394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143000"/>
            <a:ext cx="502920" cy="50292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visitor type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International, Diaspora, Domestic, Business, or Arts/Crafts — which is your main customer today? (3 min)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377440"/>
            <a:ext cx="502920" cy="50292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person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6974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them a name, age, nationality, and reason for travel. What do they fear? What do they love? (7 min)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3611880"/>
            <a:ext cx="502920" cy="50292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35661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their journey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9319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they hear about you? What makes them book? What do they post afterwards? (5 min)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4846320"/>
            <a:ext cx="502920" cy="50292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48006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your neighbour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516636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sketches. Where are the gaps in each other's thinking? (5 min)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WHAT IS A BRAND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strong brand comes together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— each builds on the last.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11680" y="3657600"/>
            <a:ext cx="813816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6728" y="3108960"/>
            <a:ext cx="1097280" cy="1097280"/>
          </a:xfrm>
          <a:prstGeom prst="ellipse">
            <a:avLst/>
          </a:prstGeom>
          <a:solidFill>
            <a:srgbClr val="E6007E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06728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26568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6568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you are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6568" y="4480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values, personality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47208" y="3108960"/>
            <a:ext cx="1097280" cy="1097280"/>
          </a:xfrm>
          <a:prstGeom prst="ellipse">
            <a:avLst/>
          </a:prstGeom>
          <a:solidFill>
            <a:srgbClr val="1A2B4A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47208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267048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67048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who you are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67048" y="4480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colours, tone of voice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87688" y="3108960"/>
            <a:ext cx="1097280" cy="1097280"/>
          </a:xfrm>
          <a:prstGeom prst="ellipse">
            <a:avLst/>
          </a:prstGeom>
          <a:solidFill>
            <a:srgbClr val="1A2B4A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7688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107528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MANAGEMENT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07528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consistently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07528" y="4480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touchpoint, every 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brand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a well-built brand does for your tourism business.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stand out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286000"/>
            <a:ext cx="457200" cy="45720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2103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comms clear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2004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you recognisable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09360" y="320040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383280"/>
            <a:ext cx="457200" cy="45720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32004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credibility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480560"/>
            <a:ext cx="457200" cy="45720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2976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sales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309360" y="429768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480560"/>
            <a:ext cx="457200" cy="45720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32320" y="42976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loyalty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BUILDING YOUR BRAND IDENTITY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core values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7043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1–3 from each group. Aim for 5–8 total.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6984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FUNDAMENTAL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ESTEEM &amp; 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SELF-ACTUALIZATION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 ·  Trust  ·  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Honesty  ·  Justice  ·  Equality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Creativity  ·  Integrity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Compassion  ·  Optimism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  ·  Generosity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Empowerment  ·  Truth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Curiosity  ·  Authenticity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 ·  Love  ·  Fun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Compassion  ·  Expression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Respect  ·  Vision  ·  Courage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Selflessness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values shape every decision — from who you hire, to how you answer a guest review.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Gambia Tourism Training — Master Template</dc:title>
  <dc:subject>PptxGenJS Presentation</dc:subject>
  <dc:creator>EU YEP / ITC</dc:creator>
  <cp:lastModifiedBy>EU YEP / ITC</cp:lastModifiedBy>
  <cp:revision>1</cp:revision>
  <dcterms:created xsi:type="dcterms:W3CDTF">2026-04-22T09:10:38Z</dcterms:created>
  <dcterms:modified xsi:type="dcterms:W3CDTF">2026-04-22T09:10:38Z</dcterms:modified>
</cp:coreProperties>
</file>